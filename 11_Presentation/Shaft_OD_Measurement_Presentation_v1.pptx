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YOLO + OpenCV 기반
샤프트 외경 자동측정 시스템</a:t>
            </a:r>
          </a:p>
          <a:p>
            <a:r>
              <a:rPr sz="1800">
                <a:solidFill>
                  <a:srgbClr val="BFDBFE"/>
                </a:solidFill>
              </a:rPr>
              <a:t>End-to-End V1 구현 · 정밀측정 조건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114800"/>
            <a:ext cx="51206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82C4A"/>
                </a:solidFill>
              </a:rPr>
              <a:t>도면: Ø20.020 ±0.010 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ECACA"/>
                </a:solidFill>
              </a:rPr>
              <a:t>핵심 메시지: 기능 구현 완료 ≠ 양산 측정성능 검증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1.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±0.010 mm 공차를 영상으로 자동 판정하려면 '탐지'와 '정밀측정'을 분리해야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6534"/>
                </a:solidFill>
              </a:rPr>
              <a:t>측정 요구사항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2962656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기준 외경 Ø20.020 mm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허용범위 20.010 ~ 20.030 mm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가공 후 외경을 영상으로 측정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최종 목표: 자동 OK / 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5309"/>
                </a:solidFill>
              </a:rPr>
              <a:t>현실의 영상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304288"/>
            <a:ext cx="2962656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금속 반사광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가공무늬와 내부 Edge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배경/제품 경계 혼재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촬영조건에 따른 Edge 변화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7472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167B1"/>
                </a:solidFill>
              </a:rPr>
              <a:t>개발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304288"/>
            <a:ext cx="2962656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ROI를 어떻게 안정적으로 찾을까?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실제 외곽 Edge는 무엇인가?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Pixel을 mm로 어떻게 바꿀까?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±0.010 mm 성능을 어떻게 검증할까?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2. 데이터 조건과 출발점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데이터가 충분하지 않았기 때문에 '성능 확정'보다 '구현 가능성 확인'에 초점을 맞췄다.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167B1"/>
                </a:solidFill>
              </a:rPr>
              <a:t>확보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470001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원본 샤프트 이미지 총 10장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일부 영상은 안정적인 외곽 측정이 어려움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Public GitHub에는 보안상 대표 자료만 공개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실측값은 Calibration/오차 비교 기준으로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5309"/>
                </a:solidFill>
              </a:rPr>
              <a:t>YOLO 데이터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04288"/>
            <a:ext cx="470001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원본 계열 6개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Train: 5계열 × 5종 = 25장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Validation: sample_07 계열 × 5종 = 5장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증강: orig / blur / bright / contrast / dark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30장 ≠ 독립 실물 샤프트 30개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3. 첫 번째 실패 — Edge를 찾는 것만으로는 측정이 되지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강한 Gradient가 반드시 실제 샤프트 외곽을 의미하지 않았다.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143353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ROI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6273" y="237744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56001" y="1920240"/>
            <a:ext cx="2143353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Gradient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99355" y="237744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09083" y="1920240"/>
            <a:ext cx="2143353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Edge 후보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52436" y="237744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2164" y="1920240"/>
            <a:ext cx="2143353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내부 Edge
혼입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05518" y="237744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15246" y="1920240"/>
            <a:ext cx="2143353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외곽 선택
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383280"/>
            <a:ext cx="4846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547872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1C1C"/>
                </a:solidFill>
              </a:rPr>
              <a:t>관찰된 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041648"/>
            <a:ext cx="43342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반사광과 가공무늬가 강한 Edge 생성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한 지점 측정은 국부 오류에 취약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83280"/>
            <a:ext cx="4846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47872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6534"/>
                </a:solidFill>
              </a:rPr>
              <a:t>개발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4041648"/>
            <a:ext cx="43342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'가장 강한 Edge' → '실제 외곽 Edge' 선택으로 전환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다점 정보와 공간적 일관성을 함께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4. 정밀측정 고도화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문제 발견 후 Edge 선택과 대표값 산출 방식을 단계적으로 개선했다.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143353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Gradient
방향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6273" y="251460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56001" y="2057400"/>
            <a:ext cx="2143353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Multi-point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99355" y="251460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09083" y="2057400"/>
            <a:ext cx="2143353" cy="9144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sz="1150" b="1">
                <a:solidFill>
                  <a:srgbClr val="182c4a"/>
                </a:solidFill>
              </a:rPr>
              <a:t>Median </a:t>
            </a:r>
            <a:endParaRPr sz="1150" b="1">
              <a:solidFill>
                <a:srgbClr val="182c4a"/>
              </a:solidFill>
            </a:endParaRPr>
          </a:p>
          <a:p>
            <a:pPr lvl="0" algn="ctr">
              <a:defRPr/>
            </a:pPr>
            <a:r>
              <a:rPr lang="ko-KR" altLang="en-US" sz="1150" b="1">
                <a:solidFill>
                  <a:srgbClr val="182c4a"/>
                </a:solidFill>
              </a:rPr>
              <a:t>기반안정화</a:t>
            </a:r>
            <a:endParaRPr lang="ko-KR" altLang="en-US" sz="1150" b="1">
              <a:solidFill>
                <a:srgbClr val="182c4a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152436" y="251460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2164" y="2057400"/>
            <a:ext cx="2143353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Line
Fitting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05518" y="251460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15246" y="2057400"/>
            <a:ext cx="2143353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Sub-pixel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657600"/>
            <a:ext cx="1014984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822191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5309"/>
                </a:solidFill>
              </a:rPr>
              <a:t>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315968"/>
            <a:ext cx="96377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각 기법이 오차를 몇 mm씩 줄였는지는 독립 비교실험으로 검증하지 않았다. 따라서 '정확도 향상률'을 임의로 주장하지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5. YOLO는 '측정기'가 아니라 ROI 탐지기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고정 좌표 의존을 줄이고 OpenCV가 측정할 영역을 자동으로 전달하는 역할.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1C1C"/>
                </a:solidFill>
              </a:rPr>
              <a:t>초기 실험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04288"/>
            <a:ext cx="4608575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초기 ROI confidence ≈ 0.008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안정적인 ROI 탐지가 어려운 상태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원인은 단일 요인으로 확정하지 않음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데이터 규모·시각적 유사성·촬영조건 등의 영향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6534"/>
                </a:solidFill>
              </a:rPr>
              <a:t>증강 및 재학습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1" y="2304288"/>
            <a:ext cx="4608576" cy="171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orig / blur / bright / contrast / dark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Day027 End-to-End 실행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YOLO confidence = 0.784195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제한 조건에서 ROI 탐지 동작 사례 확인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0.784195 ≠ 생산환경 일반화 성능</a:t>
            </a: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6. End-to-End V1 — 역할을 연결하다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YOLO + OpenCV + Calibration + 판정을 하나의 처리 흐름으로 통합.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298448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01368" y="2651760"/>
            <a:ext cx="109727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11095" y="2194560"/>
            <a:ext cx="1298448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YOLO
ROI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9544" y="265176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19272" y="2194560"/>
            <a:ext cx="1298448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OpenCV
Edge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265176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27448" y="2194560"/>
            <a:ext cx="1298448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정밀측정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5896" y="265176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35624" y="2194560"/>
            <a:ext cx="1298448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Pixel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34071" y="265176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43800" y="2194560"/>
            <a:ext cx="1298448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Calibration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42248" y="265176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51976" y="2194560"/>
            <a:ext cx="1298448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mm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50424" y="2651760"/>
            <a:ext cx="109728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360152" y="2194560"/>
            <a:ext cx="1298448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31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82C4A"/>
                </a:solidFill>
              </a:rPr>
              <a:t>OK / 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794760"/>
            <a:ext cx="996696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959352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167B1"/>
                </a:solidFill>
              </a:rPr>
              <a:t>핵심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453128"/>
            <a:ext cx="9454896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YOLO = 어디를 측정할 것인가  |  OpenCV = Pixel로 얼마인가  |  Calibration = 실제 mm로 얼마인가  |  판정 = 규격 안/밖인가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7. Day027 최종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이미지 입력부터 mm 변환과 규격 판정까지 End-to-End 실행을 확인했다.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6534"/>
                </a:solidFill>
              </a:rPr>
              <a:t>Day027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451713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Calibration sample: sample_07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기준 실측값: 20.021 mm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Calibration Pixel: 464.06 px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측정 Pixel: 464.0575 px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Vision 측정값: 20.0209 mm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판정: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0352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105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5309"/>
                </a:solidFill>
              </a:rPr>
              <a:t>중요한 해석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04288"/>
            <a:ext cx="47914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계산상 차이: 약 -0.0001 mm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하지만 동일 기준점이 Calibration에 사용됨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따라서 0.0001 mm를 시스템 정확도로 주장할 수 없음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성과는 '측정 파이프라인 구현'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838950" cy="48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600" b="1">
                <a:solidFill>
                  <a:srgbClr val="182c4a"/>
                </a:solidFill>
              </a:rPr>
              <a:t>8. 성능평가 재검토 — 구현과 성능검증의 구분</a:t>
            </a:r>
            <a:endParaRPr sz="2600" b="1">
              <a:solidFill>
                <a:srgbClr val="182c4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기작성 발표자료의 수치는 유지하되, Day020~Day027 원자료와의 연결은 별도 확인이 필요하다.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1283970" cy="330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166534"/>
                </a:solidFill>
              </a:rPr>
              <a:t>확인된 성과</a:t>
            </a:r>
            <a:endParaRPr sz="1600" b="1">
              <a:solidFill>
                <a:srgbClr val="16653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2871216" cy="142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✓ YOLO ROI 자동탐지 구조 구현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✓ OpenCV 정밀 Edge 측정 구현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✓ Pixel → mm 변환 구현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✓ 도면 기반 OK/NG 자동판정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✓ End-to-End V1 실행</a:t>
            </a:r>
            <a:endParaRPr lang="ko-KR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1684020" cy="5688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167b1"/>
                </a:solidFill>
              </a:rPr>
              <a:t>성능평가 재검토</a:t>
            </a:r>
            <a:endParaRPr sz="1600" b="1">
              <a:solidFill>
                <a:srgbClr val="3167b1"/>
              </a:solidFill>
            </a:endParaRPr>
          </a:p>
          <a:p>
            <a:pPr lvl="0">
              <a:defRPr/>
            </a:pPr>
            <a:endParaRPr sz="1600" b="1">
              <a:solidFill>
                <a:srgbClr val="3167b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5152" y="2304288"/>
            <a:ext cx="2871216" cy="1741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기존 자료의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96/100 · MAE 0.0045 mm · 최대오차 0.016 mm는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이를 산출한 원자료와 계산근거가 현재 개발기록에서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확인되지 않아 최종 성능지표에서 제외</a:t>
            </a:r>
            <a:endParaRPr lang="ko-KR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1074420" cy="330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b45309"/>
                </a:solidFill>
              </a:rPr>
              <a:t>현재 판단</a:t>
            </a:r>
            <a:endParaRPr sz="1600" b="1">
              <a:solidFill>
                <a:srgbClr val="b4530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02752" y="2304288"/>
            <a:ext cx="2871216" cy="85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End-to-End 기능 구현 확인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≠</a:t>
            </a:r>
            <a:endParaRPr lang="ko-KR" altLang="en-US"/>
          </a:p>
          <a:p>
            <a:pPr lvl="0"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rPr lang="ko-KR" altLang="en-US"/>
              <a:t>±0.010 mm 양산 측정성능 검증</a:t>
            </a: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9. 프로젝트 완료 후 선행연구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개발 중 적용한 기술 상당수가 기존 정밀측정 연구의 핵심 요소임을 사후 확인했다.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167B1"/>
                </a:solidFill>
              </a:rPr>
              <a:t>선행연구에서 이미 다룬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470001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Edge 기반 직경 측정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Line Fitting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Sub-pixel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Calibration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Telecentric optics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카메라-제품 기하관계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6534"/>
                </a:solidFill>
              </a:rPr>
              <a:t>우리 프로젝트의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04288"/>
            <a:ext cx="470001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새로운 측정원리 개발로 주장하지 않음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실제 샤프트 영상에서 문제를 직접 경험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기존 기술요소를 단계적으로 적용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YOLO ROI + OpenCV 정밀측정 결합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End-to-End V1로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C4A"/>
                </a:solidFill>
              </a:rPr>
              <a:t>10. 무엇이 검증됐고,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5748B"/>
                </a:solidFill>
              </a:rPr>
              <a:t>프로젝트의 완성도는 '과장하지 않고 경계를 명확히 하는 것'에서 나온다.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32004"/>
          </a:xfrm>
          <a:prstGeom prst="rect">
            <a:avLst/>
          </a:prstGeom>
          <a:solidFill>
            <a:srgbClr val="31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6534"/>
                </a:solidFill>
              </a:rPr>
              <a:t>확인된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47000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YOLO ROI 탐지 구조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OpenCV Edge 외경 측정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정밀 Edge 처리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Pixel → mm 변환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도면 기반 OK/NG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End-to-End V1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1C1C"/>
                </a:solidFill>
              </a:rPr>
              <a:t>추가 검증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04288"/>
            <a:ext cx="47000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±0.010 mm 양산 측정능력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독립 제품 정확도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반복 측정 안정성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제품 재장착/위치 변화 영향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조명·촬영조건 강건성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실제 생산환경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11. 결론과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DBEAFE"/>
                </a:solidFill>
              </a:rPr>
              <a:t>“End-to-End V1은 구현했다.
양산 측정성능은 아직 검증해야 한다.”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48463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82219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6534"/>
                </a:solidFill>
              </a:rPr>
              <a:t>현재 성과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315968"/>
            <a:ext cx="4334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YOLO ROI + OpenCV 정밀측정 + Calibration + 자동판정 통합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실패 원인과 한계를 포함한 개발기록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48463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382219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5309"/>
                </a:solidFill>
              </a:rPr>
              <a:t>다음 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4315968"/>
            <a:ext cx="4334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복수 기준물 Calibration + 독립 Validation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광학계 표준화 + 반복/재장착 시험 + 생산환경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</ep:Words>
  <ep:PresentationFormat>On-screen Show (4:3)</ep:PresentationFormat>
  <ep:Paragraphs>5</ep:Paragraphs>
  <ep:Slides>12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조희연</cp:lastModifiedBy>
  <dcterms:modified xsi:type="dcterms:W3CDTF">2026-08-30T00:21:38.164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